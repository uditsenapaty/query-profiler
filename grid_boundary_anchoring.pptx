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Anchoring the Grid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C8D2DA"/>
                </a:solidFill>
                <a:latin typeface="Segoe UI"/>
              </a:rPr>
              <a:t>Choosing each axis's minimum so the joint cardinality is never 0 at the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6984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6FD3DA"/>
                </a:solidFill>
                <a:latin typeface="Consolas"/>
              </a:rPr>
              <a:t>build_gt.py</a:t>
            </a:r>
            <a:r>
              <a:rPr sz="1600" b="0" i="0">
                <a:solidFill>
                  <a:srgbClr val="9FB0BC"/>
                </a:solidFill>
                <a:latin typeface="Segoe UI"/>
              </a:rPr>
              <a:t> :: </a:t>
            </a:r>
            <a:r>
              <a:rPr sz="1600" b="0" i="0">
                <a:solidFill>
                  <a:srgbClr val="6FD3DA"/>
                </a:solidFill>
                <a:latin typeface="Consolas"/>
              </a:rPr>
              <a:t>find_min_positive_point_nd()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9FB0BC"/>
                </a:solidFill>
                <a:latin typeface="Segoe UI"/>
              </a:rPr>
              <a:t>diagonal doubling · binary search · coordinate descent · 10×10 resolution (11×11 points)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Starting at the global min → an empty lower corner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Grid boundary anchoring  ·  build_gt.py :: find_min_positive_point_nd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The grid is built over each axis's value range.  The naive choice is </a:t>
            </a:r>
            <a:r>
              <a:rPr sz="1500" b="1" i="0">
                <a:solidFill>
                  <a:srgbClr val="1F2A37"/>
                </a:solidFill>
                <a:latin typeface="Consolas"/>
              </a:rPr>
              <a:t>[global min, max]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At low selectivity on </a:t>
            </a:r>
            <a:r>
              <a:rPr sz="1500" b="0" i="1">
                <a:solidFill>
                  <a:srgbClr val="1F2A37"/>
                </a:solidFill>
                <a:latin typeface="Segoe UI"/>
              </a:rPr>
              <a:t>all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axes, the joint predicate survives </a:t>
            </a:r>
            <a:r>
              <a:rPr sz="1500" b="1" i="0">
                <a:solidFill>
                  <a:srgbClr val="B12A2A"/>
                </a:solidFill>
                <a:latin typeface="Segoe UI"/>
              </a:rPr>
              <a:t>0 rows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That whole lower-left strip is wasted: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empty COUNT(*) → trivial/degenerate plan &amp; runtime,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meaningless q-errors, budget spent on dead points.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1F2A37"/>
                </a:solidFill>
                <a:latin typeface="Segoe UI"/>
              </a:rPr>
              <a:t>Goal: </a:t>
            </a:r>
            <a:r>
              <a:rPr sz="1500" b="1" i="0">
                <a:solidFill>
                  <a:srgbClr val="156F3B"/>
                </a:solidFill>
                <a:latin typeface="Segoe UI"/>
              </a:rPr>
              <a:t>guarantee joint card &gt; 0 at the lower boundary.</a:t>
            </a:r>
          </a:p>
        </p:txBody>
      </p:sp>
      <p:pic>
        <p:nvPicPr>
          <p:cNvPr id="9" name="Picture 8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44525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Search selectivity space for the per-axis minimum with 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Grid boundary anchoring  ·  build_gt.py :: find_min_positive_point_nd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5276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7C86"/>
                </a:solidFill>
                <a:latin typeface="Segoe UI"/>
              </a:rPr>
              <a:t>map selectivities → values → joint COUNT(*)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5276088" cy="14081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card_fn(s1..sd):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   vᵢ = sorted_valsᵢ[ ⌊ sᵢ·(nᵢ−1) ⌋ ]   # sel → value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   return COUNT(*) of joint predicate(v1..vd)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5532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Find the smallest selectivities </a:t>
            </a:r>
            <a:r>
              <a:rPr sz="1500" b="0" i="0">
                <a:solidFill>
                  <a:srgbClr val="1F2A37"/>
                </a:solidFill>
                <a:latin typeface="Consolas"/>
              </a:rPr>
              <a:t>(s1..sd)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with </a:t>
            </a:r>
            <a:r>
              <a:rPr sz="1500" b="1" i="0">
                <a:solidFill>
                  <a:srgbClr val="1F2A37"/>
                </a:solidFill>
                <a:latin typeface="Consolas"/>
              </a:rPr>
              <a:t>card_fn &gt; 0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, in 3 phases: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350" b="1" i="0">
                <a:solidFill>
                  <a:srgbClr val="0E7C86"/>
                </a:solidFill>
                <a:latin typeface="Segoe UI"/>
              </a:rPr>
              <a:t>diagonal expansion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 — leap onto the positive region,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350" b="1" i="0">
                <a:solidFill>
                  <a:srgbClr val="0E7C86"/>
                </a:solidFill>
                <a:latin typeface="Segoe UI"/>
              </a:rPr>
              <a:t>binary search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 — pin the diagonal crossing,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350" b="1" i="0">
                <a:solidFill>
                  <a:srgbClr val="0E7C86"/>
                </a:solidFill>
                <a:latin typeface="Segoe UI"/>
              </a:rPr>
              <a:t>coordinate descent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 — minimise each axis on its 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371600"/>
            <a:ext cx="5257800" cy="4572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monotone assumption: more selectivity ⇒ ≥ rows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2011680"/>
          <a:ext cx="5257799" cy="17190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66293"/>
                <a:gridCol w="2991506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build_gt.py output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boundary_sels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per-axis min selectivities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boundary_count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joint rows at that anchor (&gt;0)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axis_lower_bounds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→ the value each grid starts at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46520" y="4114800"/>
            <a:ext cx="52578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2A37"/>
                </a:solidFill>
                <a:latin typeface="Consolas"/>
              </a:rPr>
              <a:t>axis_lower_bounds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 is passed to </a:t>
            </a:r>
            <a:r>
              <a:rPr sz="1150" b="0" i="0">
                <a:solidFill>
                  <a:srgbClr val="1F2A37"/>
                </a:solidFill>
                <a:latin typeface="Consolas"/>
              </a:rPr>
              <a:t>sampler.sample(lower_bound=…)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, so each axis grid spans </a:t>
            </a:r>
            <a:r>
              <a:rPr sz="1200" b="1" i="0">
                <a:solidFill>
                  <a:srgbClr val="1F2A37"/>
                </a:solidFill>
                <a:latin typeface="Consolas"/>
              </a:rPr>
              <a:t>[anchor, max]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 instead of </a:t>
            </a:r>
            <a:r>
              <a:rPr sz="1200" b="0" i="0">
                <a:solidFill>
                  <a:srgbClr val="1F2A37"/>
                </a:solidFill>
                <a:latin typeface="Consolas"/>
              </a:rPr>
              <a:t>[global min, max]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PHASES 1–2 · THE DIAGONAL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Leap onto the region, then pin the crossing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Grid boundary anchoring  ·  build_gt.py :: find_min_positive_point_nd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  <p:pic>
        <p:nvPicPr>
          <p:cNvPr id="8" name="Picture 7" descr="diag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167886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7160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426464"/>
            <a:ext cx="50474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7C86"/>
                </a:solidFill>
                <a:latin typeface="Segoe UI"/>
              </a:rPr>
              <a:t>diagonal: same selectivity on every axis  (s,s,…,s)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1737360"/>
            <a:ext cx="5047488" cy="1453895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onsolas"/>
              </a:rPr>
              <a:t>lo,hi = 0, eps            # eps = 1e-9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onsolas"/>
              </a:rPr>
              <a:t>while card([hi]*d)==0:    # PHASE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onsolas"/>
              </a:rPr>
              <a:t>    lo, hi = hi, hi*2     #   ×2 leap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onsolas"/>
              </a:rPr>
              <a:t>while hi-lo &gt; tol:        # PHASE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onsolas"/>
              </a:rPr>
              <a:t>    m=(lo+hi)/2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onsolas"/>
              </a:rPr>
              <a:t>    hi=m if card([m]*d)&gt;0 else …; lo=…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29000"/>
            <a:ext cx="5349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B45309"/>
                </a:solidFill>
                <a:latin typeface="Segoe UI"/>
              </a:rPr>
              <a:t>Phase 1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doubles </a:t>
            </a:r>
            <a:r>
              <a:rPr sz="1500" b="0" i="0">
                <a:solidFill>
                  <a:srgbClr val="1F2A37"/>
                </a:solidFill>
                <a:latin typeface="Consolas"/>
              </a:rPr>
              <a:t>s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from ~0 until the diagonal point enters the positive region (cheap, geometric).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B45309"/>
                </a:solidFill>
                <a:latin typeface="Segoe UI"/>
              </a:rPr>
              <a:t>Phase 2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binary-searches that last interval → </a:t>
            </a:r>
            <a:r>
              <a:rPr sz="1500" b="1" i="0">
                <a:solidFill>
                  <a:srgbClr val="1F2A37"/>
                </a:solidFill>
                <a:latin typeface="Consolas"/>
              </a:rPr>
              <a:t>s* 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= smallest equal-selectivity point with rows.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Gives a safe but </a:t>
            </a:r>
            <a:r>
              <a:rPr sz="1500" b="1" i="0">
                <a:solidFill>
                  <a:srgbClr val="1F2A37"/>
                </a:solidFill>
                <a:latin typeface="Segoe UI"/>
              </a:rPr>
              <a:t>conservative square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box (s*, s*).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PHASE 3 · COORDINATE DESCENT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Free each axis down to its own true minimum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Grid boundary anchoring  ·  build_gt.py :: find_min_positive_point_nd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  <p:pic>
        <p:nvPicPr>
          <p:cNvPr id="8" name="Picture 7" descr="co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21898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7160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426464"/>
            <a:ext cx="50474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7C86"/>
                </a:solidFill>
                <a:latin typeface="Segoe UI"/>
              </a:rPr>
              <a:t>per-axis binary search, others held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1737360"/>
            <a:ext cx="5047488" cy="1453895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onsolas"/>
              </a:rPr>
              <a:t>improved = True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onsolas"/>
              </a:rPr>
              <a:t>while improved: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onsolas"/>
              </a:rPr>
              <a:t>  for axis in range(d):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onsolas"/>
              </a:rPr>
              <a:t>    lo,hi = 0, s[axis]      # binary search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onsolas"/>
              </a:rPr>
              <a:t>    ...  hi=m if card(trial)&gt;0 else lo=m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F2A37"/>
                </a:solidFill>
                <a:latin typeface="Consolas"/>
              </a:rPr>
              <a:t>    if hi &lt; s[axis]: s[axis]=hi; improved=True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29000"/>
            <a:ext cx="5349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The diagonal forced both axes equal (0.30).  Coordinate descent </a:t>
            </a:r>
            <a:r>
              <a:rPr sz="1500" b="1" i="0">
                <a:solidFill>
                  <a:srgbClr val="1F2A37"/>
                </a:solidFill>
                <a:latin typeface="Segoe UI"/>
              </a:rPr>
              <a:t>frees each axis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to its real floor.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Here s₁ drops </a:t>
            </a:r>
            <a:r>
              <a:rPr sz="1500" b="1" i="0">
                <a:solidFill>
                  <a:srgbClr val="0E7C86"/>
                </a:solidFill>
                <a:latin typeface="Consolas"/>
              </a:rPr>
              <a:t>0.30 → 0.18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; s₂ is already minimal (0.30).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Result: the </a:t>
            </a:r>
            <a:r>
              <a:rPr sz="1500" b="1" i="0">
                <a:solidFill>
                  <a:srgbClr val="156F3B"/>
                </a:solidFill>
                <a:latin typeface="Segoe UI"/>
              </a:rPr>
              <a:t>anchor corner (0.18, 0.30)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— the tight lower-left of the positive region.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OLD VS NEW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10×10 resolution (11×11 points): every point now has 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Grid boundary anchoring  ·  build_gt.py :: find_min_positive_point_nd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  <p:pic>
        <p:nvPicPr>
          <p:cNvPr id="8" name="Picture 7" descr="old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51852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989320"/>
            <a:ext cx="1118311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Segoe UI"/>
              </a:rPr>
              <a:t>Same 121 points, same evenly-spaced selectivities — only the per-axis </a:t>
            </a:r>
            <a:r>
              <a:rPr sz="1300" b="1" i="0">
                <a:solidFill>
                  <a:srgbClr val="1F2A37"/>
                </a:solidFill>
                <a:latin typeface="Segoe UI"/>
              </a:rPr>
              <a:t>start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 moves from the global min to the anchor.  </a:t>
            </a:r>
            <a:r>
              <a:rPr sz="1300" b="1" i="0">
                <a:solidFill>
                  <a:srgbClr val="156F3B"/>
                </a:solidFill>
                <a:latin typeface="Segoe UI"/>
              </a:rPr>
              <a:t>Dead points: 49 → 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SELECTIVITY &amp; VALUE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What the anchor changes, per axis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Grid boundary anchoring  ·  build_gt.py :: find_min_positive_point_nd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13533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09196"/>
                <a:gridCol w="2727588"/>
                <a:gridCol w="2182070"/>
                <a:gridCol w="2727588"/>
                <a:gridCol w="2636668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axis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OLD lower selectivity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OLD lower value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NEW lower selectivity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NEW lower value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x1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≈ 0.00  (global min)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vals[0]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B45309"/>
                          </a:solidFill>
                          <a:latin typeface="Segoe UI"/>
                        </a:rPr>
                        <a:t>0.18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vals[⌊0.18·(n−1)⌋]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x2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≈ 0.00  (global min)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vals[0]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B45309"/>
                          </a:solidFill>
                          <a:latin typeface="Segoe UI"/>
                        </a:rPr>
                        <a:t>0.30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vals[⌊0.30·(n−1)⌋]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017520"/>
          <a:ext cx="11183110" cy="16093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88449"/>
                <a:gridCol w="3487206"/>
                <a:gridCol w="3607455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at the lower-left corner</a:t>
                      </a:r>
                    </a:p>
                  </a:txBody>
                  <a:tcPr marL="54864" marR="36576" marT="18288" marB="18288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OLD range</a:t>
                      </a:r>
                    </a:p>
                  </a:txBody>
                  <a:tcPr marL="54864" marR="36576" marT="18288" marB="18288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NEW range</a:t>
                      </a:r>
                    </a:p>
                  </a:txBody>
                  <a:tcPr marL="54864" marR="36576" marT="18288" marB="18288" anchor="ctr">
                    <a:solidFill>
                      <a:srgbClr val="1F2A3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joint selectivities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(≈0, ≈0)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(0.18, 0.30)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joint cardinality (rows)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B12A2A"/>
                          </a:solidFill>
                          <a:latin typeface="Consolas"/>
                        </a:rPr>
                        <a:t>0   (empty)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56F3B"/>
                          </a:solidFill>
                          <a:latin typeface="Consolas"/>
                        </a:rPr>
                        <a:t>boundary_count  &gt; 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dead grid points (of 121)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B12A2A"/>
                          </a:solidFill>
                          <a:latin typeface="Consolas"/>
                        </a:rPr>
                        <a:t>49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56F3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212080"/>
            <a:ext cx="11183112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Segoe UI"/>
              </a:rPr>
              <a:t>value at a selectivity:  </a:t>
            </a:r>
            <a:r>
              <a:rPr sz="1300" b="1" i="0">
                <a:solidFill>
                  <a:srgbClr val="1F2A37"/>
                </a:solidFill>
                <a:latin typeface="Consolas"/>
              </a:rPr>
              <a:t>vals[ ⌊ sel · (n−1) ⌋ ]</a:t>
            </a:r>
            <a:r>
              <a:rPr sz="1250" b="0" i="0">
                <a:solidFill>
                  <a:srgbClr val="1F2A37"/>
                </a:solidFill>
                <a:latin typeface="Segoe UI"/>
              </a:rPr>
              <a:t>   over that axis's sorted distinct values (n of them).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B7280"/>
                </a:solidFill>
                <a:latin typeface="Segoe UI"/>
              </a:rPr>
              <a:t>The selectivity grid is unchanged in spacing — it is just shifted so its origin sits on the anchor, not on the empty global min.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SELECTIVITY-SPACE SAMPLING (M1)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m1 worked example — old vs new grid (real qt5 columns)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Grid boundary anchoring  ·  build_gt.py :: find_min_positive_point_nd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40680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axis x1   </a:t>
            </a:r>
            <a:r>
              <a:rPr sz="1250" b="0" i="0">
                <a:solidFill>
                  <a:srgbClr val="FFFFFF"/>
                </a:solidFill>
                <a:latin typeface="Consolas"/>
              </a:rPr>
              <a:t>anchor sel = 0.18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5440677" cy="3364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8513"/>
                <a:gridCol w="993970"/>
                <a:gridCol w="1517112"/>
                <a:gridCol w="993970"/>
                <a:gridCol w="15171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old sel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old val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new sel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new val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-986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0.180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56F3B"/>
                          </a:solidFill>
                          <a:latin typeface="Consolas"/>
                        </a:rPr>
                        <a:t>1,004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108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0.262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1,894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0.20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1,228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0.344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2,782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2,303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0.426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3,676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3,392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0.508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4,574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0.50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4,485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0.590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5,488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0.60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5,599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0.672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6,396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0.70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6,705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0.754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7,298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0.80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7,802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0.836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8,196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0.90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8,895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0.918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9,094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1.000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63640" y="1371600"/>
            <a:ext cx="5440680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axis x2   </a:t>
            </a:r>
            <a:r>
              <a:rPr sz="1250" b="0" i="0">
                <a:solidFill>
                  <a:srgbClr val="FFFFFF"/>
                </a:solidFill>
                <a:latin typeface="Consolas"/>
              </a:rPr>
              <a:t>anchor sel = 0.30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828800"/>
          <a:ext cx="5440677" cy="3364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8513"/>
                <a:gridCol w="993970"/>
                <a:gridCol w="1517112"/>
                <a:gridCol w="993970"/>
                <a:gridCol w="15171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old sel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old val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new sel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new val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-964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0.300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56F3B"/>
                          </a:solidFill>
                          <a:latin typeface="Consolas"/>
                        </a:rPr>
                        <a:t>2,353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142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0.370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3,118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0.20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1,246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0.440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3,891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2,353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0.510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4,664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3,446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0.580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5,404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0.50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4,558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0.650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6,172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0.60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5,616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0.720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6,944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0.70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6,728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0.790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7,699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0.80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7,807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0.860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8,461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0.90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8,898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0.930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9,228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1.000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285232"/>
            <a:ext cx="11183112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Segoe UI"/>
              </a:rPr>
              <a:t>m1 places points at </a:t>
            </a:r>
            <a:r>
              <a:rPr sz="1250" b="1" i="0">
                <a:solidFill>
                  <a:srgbClr val="1F2A37"/>
                </a:solidFill>
                <a:latin typeface="Segoe UI"/>
              </a:rPr>
              <a:t>evenly-spaced selectivities</a:t>
            </a:r>
            <a:r>
              <a:rPr sz="1250" b="0" i="0">
                <a:solidFill>
                  <a:srgbClr val="1F2A37"/>
                </a:solidFill>
                <a:latin typeface="Segoe UI"/>
              </a:rPr>
              <a:t>.  OLD spans [0,1] → its first points sit at the global min (</a:t>
            </a:r>
            <a:r>
              <a:rPr sz="1200" b="0" i="0">
                <a:solidFill>
                  <a:srgbClr val="B12A2A"/>
                </a:solidFill>
                <a:latin typeface="Consolas"/>
              </a:rPr>
              <a:t>x1 = −986, x2 = −964</a:t>
            </a:r>
            <a:r>
              <a:rPr sz="1250" b="0" i="0">
                <a:solidFill>
                  <a:srgbClr val="1F2A37"/>
                </a:solidFill>
                <a:latin typeface="Segoe UI"/>
              </a:rPr>
              <a:t>).  NEW spans [anchor,1] → compressed above the anchor, so the lowest value sampled is the anchor's (</a:t>
            </a:r>
            <a:r>
              <a:rPr sz="1200" b="0" i="0">
                <a:solidFill>
                  <a:srgbClr val="156F3B"/>
                </a:solidFill>
                <a:latin typeface="Consolas"/>
              </a:rPr>
              <a:t>x1 ≈ 1004 @ .18,  x2 ≈ 2353 @ .30</a:t>
            </a:r>
            <a:r>
              <a:rPr sz="1250" b="0" i="0">
                <a:solidFill>
                  <a:srgbClr val="1F2A37"/>
                </a:solidFill>
                <a:latin typeface="Segoe UI"/>
              </a:rPr>
              <a:t>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6B7280"/>
                </a:solidFill>
                <a:latin typeface="Segoe UI"/>
              </a:rPr>
              <a:t>Same column distribution — only the sampled percentiles shift.  Real qt5 m1 columns; new values interpolated from the measured 11-pt curve; anchor (0.18, 0.30) is the running example (qt5's own corner already survives, so its true anchor ≈ 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DATA-SPACE SAMPLING (M0)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m0 worked example — old vs new grid (real qt5 columns)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Grid boundary anchoring  ·  build_gt.py :: find_min_positive_point_nd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40680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axis x1   </a:t>
            </a:r>
            <a:r>
              <a:rPr sz="1250" b="0" i="0">
                <a:solidFill>
                  <a:srgbClr val="FFFFFF"/>
                </a:solidFill>
                <a:latin typeface="Consolas"/>
              </a:rPr>
              <a:t>anchor sel = 0.18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5440677" cy="3364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8513"/>
                <a:gridCol w="993970"/>
                <a:gridCol w="1517112"/>
                <a:gridCol w="993970"/>
                <a:gridCol w="15171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old sel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old val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new sel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new val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0.001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-986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0.180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56F3B"/>
                          </a:solidFill>
                          <a:latin typeface="Consolas"/>
                        </a:rPr>
                        <a:t>991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0.102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113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0.263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1,892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0.200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1,212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0.346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2,793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0.302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2,310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0.428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3,694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0.402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3,409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0.510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4,595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0.503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4,507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0.591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5,496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0.601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5,606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0.672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6,397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0.700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6,704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0.754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7,297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0.800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7,803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0.836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8,198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8,901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0.918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9,099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1.000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1.000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63640" y="1371600"/>
            <a:ext cx="5440680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axis x2   </a:t>
            </a:r>
            <a:r>
              <a:rPr sz="1250" b="0" i="0">
                <a:solidFill>
                  <a:srgbClr val="FFFFFF"/>
                </a:solidFill>
                <a:latin typeface="Consolas"/>
              </a:rPr>
              <a:t>anchor sel = 0.3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828800"/>
          <a:ext cx="5440677" cy="3364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8513"/>
                <a:gridCol w="993970"/>
                <a:gridCol w="1517112"/>
                <a:gridCol w="993970"/>
                <a:gridCol w="15171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old sel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old val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new sel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new val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0.003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-964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0.300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56F3B"/>
                          </a:solidFill>
                          <a:latin typeface="Consolas"/>
                        </a:rPr>
                        <a:t>2,326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0.101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132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0.369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3,093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0.201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1,228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0.439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3,861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0.300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2,325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0.508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4,628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0.399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3,421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0.580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5,395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0.498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4,518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0.650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6,163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0.601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5,614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0.720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6,930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0.699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6,711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0.790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7,698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0.800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7,807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0.861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8,465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8,903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0.931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9,232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1.000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1.000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285232"/>
            <a:ext cx="11183112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Segoe UI"/>
              </a:rPr>
              <a:t>m0 places points </a:t>
            </a:r>
            <a:r>
              <a:rPr sz="1250" b="1" i="0">
                <a:solidFill>
                  <a:srgbClr val="1F2A37"/>
                </a:solidFill>
                <a:latin typeface="Segoe UI"/>
              </a:rPr>
              <a:t>evenly in VALUE</a:t>
            </a:r>
            <a:r>
              <a:rPr sz="1250" b="0" i="0">
                <a:solidFill>
                  <a:srgbClr val="1F2A37"/>
                </a:solidFill>
                <a:latin typeface="Segoe UI"/>
              </a:rPr>
              <a:t>.  OLD spans [global min, max] → first points at the global min (</a:t>
            </a:r>
            <a:r>
              <a:rPr sz="1200" b="0" i="0">
                <a:solidFill>
                  <a:srgbClr val="B12A2A"/>
                </a:solidFill>
                <a:latin typeface="Consolas"/>
              </a:rPr>
              <a:t>x1 = −986, x2 = −964</a:t>
            </a:r>
            <a:r>
              <a:rPr sz="1250" b="0" i="0">
                <a:solidFill>
                  <a:srgbClr val="1F2A37"/>
                </a:solidFill>
                <a:latin typeface="Segoe UI"/>
              </a:rPr>
              <a:t>).  NEW spans [anchor value, max] → the same even spacing, shifted up to start at the anchor (</a:t>
            </a:r>
            <a:r>
              <a:rPr sz="1200" b="0" i="0">
                <a:solidFill>
                  <a:srgbClr val="156F3B"/>
                </a:solidFill>
                <a:latin typeface="Consolas"/>
              </a:rPr>
              <a:t>x1 ≈ 992 @ .18,  x2 ≈ 2326 @ .30</a:t>
            </a:r>
            <a:r>
              <a:rPr sz="1250" b="0" i="0">
                <a:solidFill>
                  <a:srgbClr val="1F2A37"/>
                </a:solidFill>
                <a:latin typeface="Segoe UI"/>
              </a:rPr>
              <a:t>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6B7280"/>
                </a:solidFill>
                <a:latin typeface="Segoe UI"/>
              </a:rPr>
              <a:t>Real qt5 m0 columns; new selectivities read off the value↔selectivity curve; anchor (0.18, 0.30) is the running example.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SELECTIVITY-SPACE SAMPLING (M2 · PICASSO)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m2 worked example — old vs new grid (real qt5 columns)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Grid boundary anchoring  ·  build_gt.py :: find_min_positive_point_nd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40680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axis x1   </a:t>
            </a:r>
            <a:r>
              <a:rPr sz="1250" b="0" i="0">
                <a:solidFill>
                  <a:srgbClr val="FFFFFF"/>
                </a:solidFill>
                <a:latin typeface="Consolas"/>
              </a:rPr>
              <a:t>anchor sel = 0.18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5440677" cy="3364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8513"/>
                <a:gridCol w="993970"/>
                <a:gridCol w="1517112"/>
                <a:gridCol w="993970"/>
                <a:gridCol w="15171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old sel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old val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new sel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new val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0.0000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-986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0.1800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56F3B"/>
                          </a:solidFill>
                          <a:latin typeface="Consolas"/>
                        </a:rPr>
                        <a:t>991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0.0004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-981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0.1803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995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0.0013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-971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0.1811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1,003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0.0033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-949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0.1827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1,022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0.0077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-902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0.1863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1,062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0.0176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-795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0.1945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1,154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0.0398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-549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0.2126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1,352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0.0893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0.2532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1,789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0.2000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1,228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0.3440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2,773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0.4473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3,910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0.5468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5,001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63640" y="1371600"/>
            <a:ext cx="5440680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axis x2   </a:t>
            </a:r>
            <a:r>
              <a:rPr sz="1250" b="0" i="0">
                <a:solidFill>
                  <a:srgbClr val="FFFFFF"/>
                </a:solidFill>
                <a:latin typeface="Consolas"/>
              </a:rPr>
              <a:t>anchor sel = 0.3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828800"/>
          <a:ext cx="5440677" cy="3364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8513"/>
                <a:gridCol w="993970"/>
                <a:gridCol w="1517112"/>
                <a:gridCol w="993970"/>
                <a:gridCol w="15171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old sel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old val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new sel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new val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0.0000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-964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0.3000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56F3B"/>
                          </a:solidFill>
                          <a:latin typeface="Consolas"/>
                        </a:rPr>
                        <a:t>2,326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0.0004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-958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0.3003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2,329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0.0013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-945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0.3009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2,336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0.0033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-925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0.3023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2,351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0.0077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-879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0.3054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2,386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0.0176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-785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0.3123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2,462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0.0398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-542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0.3279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2,634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0.0893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0.3625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3,016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0.2000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12A2A"/>
                          </a:solidFill>
                          <a:latin typeface="Consolas"/>
                        </a:rPr>
                        <a:t>1,246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0.4400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3,875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0.4473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3,955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0.6131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5,749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285232"/>
            <a:ext cx="11183112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Segoe UI"/>
              </a:rPr>
              <a:t>m2 clusters points </a:t>
            </a:r>
            <a:r>
              <a:rPr sz="1250" b="1" i="0">
                <a:solidFill>
                  <a:srgbClr val="1F2A37"/>
                </a:solidFill>
                <a:latin typeface="Segoe UI"/>
              </a:rPr>
              <a:t>geometrically at low selectivity</a:t>
            </a:r>
            <a:r>
              <a:rPr sz="1250" b="0" i="0">
                <a:solidFill>
                  <a:srgbClr val="1F2A37"/>
                </a:solidFill>
                <a:latin typeface="Segoe UI"/>
              </a:rPr>
              <a:t>.  OLD wastes </a:t>
            </a:r>
            <a:r>
              <a:rPr sz="1250" b="1" i="0">
                <a:solidFill>
                  <a:srgbClr val="B12A2A"/>
                </a:solidFill>
                <a:latin typeface="Segoe UI"/>
              </a:rPr>
              <a:t>~8 of 11 points</a:t>
            </a:r>
            <a:r>
              <a:rPr sz="1250" b="0" i="0">
                <a:solidFill>
                  <a:srgbClr val="1F2A37"/>
                </a:solidFill>
                <a:latin typeface="Segoe UI"/>
              </a:rPr>
              <a:t> in the near-min region (</a:t>
            </a:r>
            <a:r>
              <a:rPr sz="1200" b="0" i="0">
                <a:solidFill>
                  <a:srgbClr val="B12A2A"/>
                </a:solidFill>
                <a:latin typeface="Consolas"/>
              </a:rPr>
              <a:t>x1 sels ≤ 0.09 → vals −985…−7</a:t>
            </a:r>
            <a:r>
              <a:rPr sz="1250" b="0" i="0">
                <a:solidFill>
                  <a:srgbClr val="1F2A37"/>
                </a:solidFill>
                <a:latin typeface="Segoe UI"/>
              </a:rPr>
              <a:t>).  NEW restricts the percentiles to [anchor, max], so the same geometric cluster sits </a:t>
            </a:r>
            <a:r>
              <a:rPr sz="1250" b="1" i="0">
                <a:solidFill>
                  <a:srgbClr val="156F3B"/>
                </a:solidFill>
                <a:latin typeface="Segoe UI"/>
              </a:rPr>
              <a:t>just above the anchor</a:t>
            </a:r>
            <a:r>
              <a:rPr sz="1250" b="0" i="0">
                <a:solidFill>
                  <a:srgbClr val="1F2A37"/>
                </a:solidFill>
                <a:latin typeface="Segoe UI"/>
              </a:rPr>
              <a:t> — the method that gains most from anchoring.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6B7280"/>
                </a:solidFill>
                <a:latin typeface="Segoe UI"/>
              </a:rPr>
              <a:t>Actual global selectivities shown; m2's Picasso target fractions are unchanged, only now measured within [anchor, max]; new values interpolated.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The one limitation — a staircase frontier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Grid boundary anchoring  ·  build_gt.py :: find_min_positive_point_nd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  <p:pic>
        <p:nvPicPr>
          <p:cNvPr id="8" name="Picture 7" descr="limi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03720" cy="32327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417320"/>
            <a:ext cx="4251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The grid is a Cartesian product → an </a:t>
            </a:r>
            <a:r>
              <a:rPr sz="1500" b="1" i="0">
                <a:solidFill>
                  <a:srgbClr val="1F2A37"/>
                </a:solidFill>
                <a:latin typeface="Segoe UI"/>
              </a:rPr>
              <a:t>axis-aligned rectangle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in selectivity space.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Phase 3 finds </a:t>
            </a:r>
            <a:r>
              <a:rPr sz="1500" b="1" i="0">
                <a:solidFill>
                  <a:srgbClr val="B45309"/>
                </a:solidFill>
                <a:latin typeface="Segoe UI"/>
              </a:rPr>
              <a:t>one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corner and inscribes </a:t>
            </a:r>
            <a:r>
              <a:rPr sz="1500" b="1" i="0">
                <a:solidFill>
                  <a:srgbClr val="1F2A37"/>
                </a:solidFill>
                <a:latin typeface="Segoe UI"/>
              </a:rPr>
              <a:t>one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rectangle [anchor,1]ᵈ.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0E7C86"/>
                </a:solidFill>
                <a:latin typeface="Segoe UI"/>
              </a:rPr>
              <a:t>fig 1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— a single rectangular corner: the rectangle = the whole positive region. </a:t>
            </a:r>
            <a:r>
              <a:rPr sz="1500" b="1" i="0">
                <a:solidFill>
                  <a:srgbClr val="156F3B"/>
                </a:solidFill>
                <a:latin typeface="Segoe UI"/>
              </a:rPr>
              <a:t>Exact.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B45309"/>
                </a:solidFill>
                <a:latin typeface="Segoe UI"/>
              </a:rPr>
              <a:t>fig 2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— a </a:t>
            </a:r>
            <a:r>
              <a:rPr sz="1500" b="1" i="0">
                <a:solidFill>
                  <a:srgbClr val="1F2A37"/>
                </a:solidFill>
                <a:latin typeface="Segoe UI"/>
              </a:rPr>
              <a:t>staircase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frontier (≥2 corners; happens when the predicates are correlated / the joint isn't axis-separable).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One rectangle can't hug every step → positive points in the </a:t>
            </a:r>
            <a:r>
              <a:rPr sz="1500" b="1" i="0">
                <a:solidFill>
                  <a:srgbClr val="1F2A37"/>
                </a:solidFill>
                <a:latin typeface="Segoe UI"/>
              </a:rPr>
              <a:t>other steps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(low-s₁/high-s₂ and high-s₁/low-s₂) fall off the grid and are </a:t>
            </a:r>
            <a:r>
              <a:rPr sz="1500" b="1" i="0">
                <a:solidFill>
                  <a:srgbClr val="B45309"/>
                </a:solidFill>
                <a:latin typeface="Segoe UI"/>
              </a:rPr>
              <a:t>never sampled.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Those near-frontier points are exactly where joint cardinality just </a:t>
            </a:r>
            <a:r>
              <a:rPr sz="1500" b="0" i="1">
                <a:solidFill>
                  <a:srgbClr val="1F2A37"/>
                </a:solidFill>
                <a:latin typeface="Segoe UI"/>
              </a:rPr>
              <a:t>switches on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→ </a:t>
            </a:r>
            <a:r>
              <a:rPr sz="1500" b="1" i="0">
                <a:solidFill>
                  <a:srgbClr val="1F2A37"/>
                </a:solidFill>
                <a:latin typeface="Segoe UI"/>
              </a:rPr>
              <a:t>plan flips &amp; q-error cliffs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— the interesting 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897880"/>
            <a:ext cx="6903720" cy="50292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no dead points are added — the rectangle stays inside the positive region — but some interesting near-frontier points are lost.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897880"/>
            <a:ext cx="4251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7280"/>
                </a:solidFill>
                <a:latin typeface="Segoe UI"/>
              </a:rPr>
              <a:t>Mitigation: detect a multi-corner frontier and union per-step rectangles (a staircase-aware lower envelope) instead of one anchor.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One anchor, computed once per query, fixes the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Grid boundary anchoring  ·  build_gt.py :: find_min_positive_point_nd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1831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B12A2A"/>
                </a:solidFill>
                <a:latin typeface="Segoe UI"/>
              </a:rPr>
              <a:t>Problem: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a grid over </a:t>
            </a:r>
            <a:r>
              <a:rPr sz="1500" b="0" i="0">
                <a:solidFill>
                  <a:srgbClr val="1F2A37"/>
                </a:solidFill>
                <a:latin typeface="Consolas"/>
              </a:rPr>
              <a:t>[global min, max]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wastes its low-selectivity corner on 0-row joints.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156F3B"/>
                </a:solidFill>
                <a:latin typeface="Segoe UI"/>
              </a:rPr>
              <a:t>Fix: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 </a:t>
            </a:r>
            <a:r>
              <a:rPr sz="1500" b="1" i="0">
                <a:solidFill>
                  <a:srgbClr val="1F2A37"/>
                </a:solidFill>
                <a:latin typeface="Consolas"/>
              </a:rPr>
              <a:t>find_min_positive_point_nd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finds the per-axis minimum selectivities whose joint cardinality is &gt; 0.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350" b="1" i="0">
                <a:solidFill>
                  <a:srgbClr val="1F2A37"/>
                </a:solidFill>
                <a:latin typeface="Segoe UI"/>
              </a:rPr>
              <a:t>diagonal doubling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 → jump onto the positive region (geometric, cheap),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350" b="1" i="0">
                <a:solidFill>
                  <a:srgbClr val="1F2A37"/>
                </a:solidFill>
                <a:latin typeface="Segoe UI"/>
              </a:rPr>
              <a:t>binary search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 → pin the diagonal crossing s*,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350" b="1" i="0">
                <a:solidFill>
                  <a:srgbClr val="1F2A37"/>
                </a:solidFill>
                <a:latin typeface="Segoe UI"/>
              </a:rPr>
              <a:t>coordinate descent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 → shrink the square to the tight per-axis anchor.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1F2A37"/>
                </a:solidFill>
                <a:latin typeface="Segoe UI"/>
              </a:rPr>
              <a:t>Effect: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the grid is re-based to </a:t>
            </a:r>
            <a:r>
              <a:rPr sz="1500" b="1" i="0">
                <a:solidFill>
                  <a:srgbClr val="1F2A37"/>
                </a:solidFill>
                <a:latin typeface="Consolas"/>
              </a:rPr>
              <a:t>[anchor, max]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— every one of the 11×11 points returns rows; no dead boundary, no wasted profiling.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1F2A37"/>
                </a:solidFill>
                <a:latin typeface="Segoe UI"/>
              </a:rPr>
              <a:t>Cost:</a:t>
            </a:r>
            <a:r>
              <a:rPr sz="1500" b="0" i="0">
                <a:solidFill>
                  <a:srgbClr val="1F2A37"/>
                </a:solidFill>
                <a:latin typeface="Segoe UI"/>
              </a:rPr>
              <a:t> a handful of COUNT(*) probes per query, run once before sampling.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